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oco Gothic" panose="020B0604020202020204" charset="0"/>
      <p:regular r:id="rId11"/>
    </p:embeddedFont>
    <p:embeddedFont>
      <p:font typeface="Coco Gothic Bold" panose="020B0604020202020204" charset="0"/>
      <p:regular r:id="rId12"/>
    </p:embeddedFont>
    <p:embeddedFont>
      <p:font typeface="Nyutro Sans" panose="020B0604020202020204" charset="0"/>
      <p:regular r:id="rId13"/>
    </p:embeddedFont>
    <p:embeddedFont>
      <p:font typeface="Nyutro Sans Heavy" panose="020B0604020202020204" charset="0"/>
      <p:regular r:id="rId14"/>
    </p:embeddedFont>
    <p:embeddedFont>
      <p:font typeface="TAN Headlin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E37D8-D64B-42C7-9B47-12EFCB110A26}" v="3" dt="2025-11-15T11:16:21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svg"/><Relationship Id="rId7" Type="http://schemas.openxmlformats.org/officeDocument/2006/relationships/image" Target="../media/image2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svg"/><Relationship Id="rId7" Type="http://schemas.openxmlformats.org/officeDocument/2006/relationships/image" Target="../media/image2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10283443"/>
            <a:chOff x="0" y="0"/>
            <a:chExt cx="1863593" cy="2782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3594" cy="2782841"/>
            </a:xfrm>
            <a:custGeom>
              <a:avLst/>
              <a:gdLst/>
              <a:ahLst/>
              <a:cxnLst/>
              <a:rect l="l" t="t" r="r" b="b"/>
              <a:pathLst>
                <a:path w="1863594" h="2782841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t="-162" b="-1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40404" y="666750"/>
            <a:ext cx="9763125" cy="8511763"/>
            <a:chOff x="0" y="0"/>
            <a:chExt cx="13017500" cy="11349017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017500" cy="1050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812"/>
                </a:lnSpc>
              </a:pPr>
              <a:r>
                <a:rPr lang="en-US" sz="14812" b="1" spc="-148">
                  <a:solidFill>
                    <a:srgbClr val="545F83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MediAlert</a:t>
              </a:r>
              <a:r>
                <a:rPr lang="en-US" sz="14812" b="1" spc="-148">
                  <a:solidFill>
                    <a:srgbClr val="A3CCE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: </a:t>
              </a:r>
              <a:r>
                <a:rPr lang="en-US" sz="14812" b="1" spc="-148">
                  <a:solidFill>
                    <a:srgbClr val="485274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Smart</a:t>
              </a:r>
              <a:r>
                <a:rPr lang="en-US" sz="14812" b="1" spc="-148">
                  <a:solidFill>
                    <a:srgbClr val="A3CCE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 </a:t>
              </a:r>
              <a:r>
                <a:rPr lang="en-US" sz="14812" b="1" spc="-148">
                  <a:solidFill>
                    <a:srgbClr val="545F83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Medicine</a:t>
              </a:r>
              <a:r>
                <a:rPr lang="en-US" sz="14812" b="1" spc="-148">
                  <a:solidFill>
                    <a:srgbClr val="A3CCE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 </a:t>
              </a:r>
              <a:r>
                <a:rPr lang="en-US" sz="14812" b="1" spc="-148">
                  <a:solidFill>
                    <a:srgbClr val="545F83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Reminder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615592"/>
              <a:ext cx="9182100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spc="-60">
                  <a:solidFill>
                    <a:srgbClr val="26465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Presented by [Logic Legends]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AA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9581993" y="100017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755965">
            <a:off x="-1305642" y="731692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844355" y="5705171"/>
            <a:ext cx="14599291" cy="9163657"/>
          </a:xfrm>
          <a:custGeom>
            <a:avLst/>
            <a:gdLst/>
            <a:ahLst/>
            <a:cxnLst/>
            <a:rect l="l" t="t" r="r" b="b"/>
            <a:pathLst>
              <a:path w="14599291" h="9163657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16366" y="5042801"/>
            <a:ext cx="4127261" cy="5717869"/>
          </a:xfrm>
          <a:custGeom>
            <a:avLst/>
            <a:gdLst/>
            <a:ahLst/>
            <a:cxnLst/>
            <a:rect l="l" t="t" r="r" b="b"/>
            <a:pathLst>
              <a:path w="4127261" h="5717869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4573289"/>
            <a:ext cx="4364916" cy="6187381"/>
          </a:xfrm>
          <a:custGeom>
            <a:avLst/>
            <a:gdLst/>
            <a:ahLst/>
            <a:cxnLst/>
            <a:rect l="l" t="t" r="r" b="b"/>
            <a:pathLst>
              <a:path w="4364916" h="6187381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7407" y="6174334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2543402" y="6083768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36655" y="1657320"/>
            <a:ext cx="3778768" cy="3807323"/>
          </a:xfrm>
          <a:custGeom>
            <a:avLst/>
            <a:gdLst/>
            <a:ahLst/>
            <a:cxnLst/>
            <a:rect l="l" t="t" r="r" b="b"/>
            <a:pathLst>
              <a:path w="3778768" h="3807323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8390" y="606533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460558" y="573066"/>
            <a:ext cx="627698" cy="634365"/>
            <a:chOff x="0" y="0"/>
            <a:chExt cx="836930" cy="845820"/>
          </a:xfrm>
        </p:grpSpPr>
        <p:sp>
          <p:nvSpPr>
            <p:cNvPr id="12" name="Freeform 12"/>
            <p:cNvSpPr/>
            <p:nvPr/>
          </p:nvSpPr>
          <p:spPr>
            <a:xfrm>
              <a:off x="45720" y="48260"/>
              <a:ext cx="746760" cy="748030"/>
            </a:xfrm>
            <a:custGeom>
              <a:avLst/>
              <a:gdLst/>
              <a:ahLst/>
              <a:cxnLst/>
              <a:rect l="l" t="t" r="r" b="b"/>
              <a:pathLst>
                <a:path w="746760" h="74803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068253" y="483531"/>
            <a:ext cx="296228" cy="615315"/>
            <a:chOff x="0" y="0"/>
            <a:chExt cx="394970" cy="820420"/>
          </a:xfrm>
        </p:grpSpPr>
        <p:sp>
          <p:nvSpPr>
            <p:cNvPr id="14" name="Freeform 14"/>
            <p:cNvSpPr/>
            <p:nvPr/>
          </p:nvSpPr>
          <p:spPr>
            <a:xfrm>
              <a:off x="48260" y="49530"/>
              <a:ext cx="311150" cy="722630"/>
            </a:xfrm>
            <a:custGeom>
              <a:avLst/>
              <a:gdLst/>
              <a:ahLst/>
              <a:cxnLst/>
              <a:rect l="l" t="t" r="r" b="b"/>
              <a:pathLst>
                <a:path w="311150" h="72263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470082" y="1228386"/>
            <a:ext cx="592455" cy="303847"/>
            <a:chOff x="0" y="0"/>
            <a:chExt cx="789940" cy="405130"/>
          </a:xfrm>
        </p:grpSpPr>
        <p:sp>
          <p:nvSpPr>
            <p:cNvPr id="16" name="Freeform 16"/>
            <p:cNvSpPr/>
            <p:nvPr/>
          </p:nvSpPr>
          <p:spPr>
            <a:xfrm>
              <a:off x="48260" y="48260"/>
              <a:ext cx="692150" cy="309880"/>
            </a:xfrm>
            <a:custGeom>
              <a:avLst/>
              <a:gdLst/>
              <a:ahLst/>
              <a:cxnLst/>
              <a:rect l="l" t="t" r="r" b="b"/>
              <a:pathLst>
                <a:path w="692150" h="30988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id="18" name="Freeform 18"/>
            <p:cNvSpPr/>
            <p:nvPr/>
          </p:nvSpPr>
          <p:spPr>
            <a:xfrm>
              <a:off x="45720" y="48260"/>
              <a:ext cx="807720" cy="755650"/>
            </a:xfrm>
            <a:custGeom>
              <a:avLst/>
              <a:gdLst/>
              <a:ahLst/>
              <a:cxnLst/>
              <a:rect l="l" t="t" r="r" b="b"/>
              <a:pathLst>
                <a:path w="807720" h="75565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id="20" name="Freeform 20"/>
            <p:cNvSpPr/>
            <p:nvPr/>
          </p:nvSpPr>
          <p:spPr>
            <a:xfrm>
              <a:off x="49530" y="46990"/>
              <a:ext cx="918210" cy="308610"/>
            </a:xfrm>
            <a:custGeom>
              <a:avLst/>
              <a:gdLst/>
              <a:ahLst/>
              <a:cxnLst/>
              <a:rect l="l" t="t" r="r" b="b"/>
              <a:pathLst>
                <a:path w="918210" h="3086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id="22" name="Freeform 22"/>
            <p:cNvSpPr/>
            <p:nvPr/>
          </p:nvSpPr>
          <p:spPr>
            <a:xfrm>
              <a:off x="44450" y="43180"/>
              <a:ext cx="379730" cy="706120"/>
            </a:xfrm>
            <a:custGeom>
              <a:avLst/>
              <a:gdLst/>
              <a:ahLst/>
              <a:cxnLst/>
              <a:rect l="l" t="t" r="r" b="b"/>
              <a:pathLst>
                <a:path w="379730" h="70612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15412853" y="-367037"/>
            <a:ext cx="3692894" cy="2316452"/>
          </a:xfrm>
          <a:custGeom>
            <a:avLst/>
            <a:gdLst/>
            <a:ahLst/>
            <a:cxnLst/>
            <a:rect l="l" t="t" r="r" b="b"/>
            <a:pathLst>
              <a:path w="3692894" h="2316452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1008282" flipH="1">
            <a:off x="17256494" y="826659"/>
            <a:ext cx="2659752" cy="3491322"/>
          </a:xfrm>
          <a:custGeom>
            <a:avLst/>
            <a:gdLst/>
            <a:ahLst/>
            <a:cxnLst/>
            <a:rect l="l" t="t" r="r" b="b"/>
            <a:pathLst>
              <a:path w="2659752" h="3491322">
                <a:moveTo>
                  <a:pt x="2659752" y="0"/>
                </a:moveTo>
                <a:lnTo>
                  <a:pt x="0" y="0"/>
                </a:lnTo>
                <a:lnTo>
                  <a:pt x="0" y="3491321"/>
                </a:lnTo>
                <a:lnTo>
                  <a:pt x="2659752" y="3491321"/>
                </a:lnTo>
                <a:lnTo>
                  <a:pt x="2659752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6651132" y="604838"/>
            <a:ext cx="4675326" cy="494009"/>
            <a:chOff x="0" y="0"/>
            <a:chExt cx="6233768" cy="658678"/>
          </a:xfrm>
        </p:grpSpPr>
        <p:sp>
          <p:nvSpPr>
            <p:cNvPr id="26" name="Freeform 26"/>
            <p:cNvSpPr/>
            <p:nvPr/>
          </p:nvSpPr>
          <p:spPr>
            <a:xfrm>
              <a:off x="53874" y="31694"/>
              <a:ext cx="6124603" cy="593913"/>
            </a:xfrm>
            <a:custGeom>
              <a:avLst/>
              <a:gdLst/>
              <a:ahLst/>
              <a:cxnLst/>
              <a:rect l="l" t="t" r="r" b="b"/>
              <a:pathLst>
                <a:path w="6124603" h="593913">
                  <a:moveTo>
                    <a:pt x="260863" y="38583"/>
                  </a:moveTo>
                  <a:cubicBezTo>
                    <a:pt x="3585445" y="55119"/>
                    <a:pt x="5531991" y="0"/>
                    <a:pt x="5841057" y="23426"/>
                  </a:cubicBezTo>
                  <a:cubicBezTo>
                    <a:pt x="5892095" y="27559"/>
                    <a:pt x="5902019" y="28937"/>
                    <a:pt x="5930374" y="37205"/>
                  </a:cubicBezTo>
                  <a:cubicBezTo>
                    <a:pt x="5958728" y="46851"/>
                    <a:pt x="5987083" y="62009"/>
                    <a:pt x="6011184" y="79923"/>
                  </a:cubicBezTo>
                  <a:cubicBezTo>
                    <a:pt x="6035286" y="96459"/>
                    <a:pt x="6057970" y="119885"/>
                    <a:pt x="6073565" y="143310"/>
                  </a:cubicBezTo>
                  <a:cubicBezTo>
                    <a:pt x="6090577" y="168114"/>
                    <a:pt x="6104755" y="195674"/>
                    <a:pt x="6111843" y="224612"/>
                  </a:cubicBezTo>
                  <a:cubicBezTo>
                    <a:pt x="6120350" y="252171"/>
                    <a:pt x="6124603" y="283865"/>
                    <a:pt x="6121768" y="312803"/>
                  </a:cubicBezTo>
                  <a:cubicBezTo>
                    <a:pt x="6120350" y="341741"/>
                    <a:pt x="6113261" y="372056"/>
                    <a:pt x="6103337" y="399616"/>
                  </a:cubicBezTo>
                  <a:cubicBezTo>
                    <a:pt x="6091995" y="425798"/>
                    <a:pt x="6074983" y="453358"/>
                    <a:pt x="6055134" y="475405"/>
                  </a:cubicBezTo>
                  <a:cubicBezTo>
                    <a:pt x="6036703" y="497453"/>
                    <a:pt x="6011184" y="516745"/>
                    <a:pt x="5985665" y="531903"/>
                  </a:cubicBezTo>
                  <a:cubicBezTo>
                    <a:pt x="5960146" y="547061"/>
                    <a:pt x="5930374" y="559463"/>
                    <a:pt x="5902019" y="564975"/>
                  </a:cubicBezTo>
                  <a:cubicBezTo>
                    <a:pt x="5872246" y="571865"/>
                    <a:pt x="5839639" y="573243"/>
                    <a:pt x="5809867" y="570487"/>
                  </a:cubicBezTo>
                  <a:cubicBezTo>
                    <a:pt x="5780094" y="566353"/>
                    <a:pt x="5750322" y="558085"/>
                    <a:pt x="5721967" y="545683"/>
                  </a:cubicBezTo>
                  <a:cubicBezTo>
                    <a:pt x="5695030" y="534659"/>
                    <a:pt x="5668093" y="516745"/>
                    <a:pt x="5646827" y="496075"/>
                  </a:cubicBezTo>
                  <a:cubicBezTo>
                    <a:pt x="5625561" y="476783"/>
                    <a:pt x="5605713" y="451980"/>
                    <a:pt x="5591536" y="425798"/>
                  </a:cubicBezTo>
                  <a:cubicBezTo>
                    <a:pt x="5577359" y="399616"/>
                    <a:pt x="5567434" y="370678"/>
                    <a:pt x="5563181" y="341741"/>
                  </a:cubicBezTo>
                  <a:cubicBezTo>
                    <a:pt x="5557510" y="312803"/>
                    <a:pt x="5557510" y="282487"/>
                    <a:pt x="5563181" y="253549"/>
                  </a:cubicBezTo>
                  <a:cubicBezTo>
                    <a:pt x="5567434" y="224612"/>
                    <a:pt x="5577359" y="194296"/>
                    <a:pt x="5591536" y="169492"/>
                  </a:cubicBezTo>
                  <a:cubicBezTo>
                    <a:pt x="5605713" y="143310"/>
                    <a:pt x="5625561" y="118507"/>
                    <a:pt x="5646827" y="99215"/>
                  </a:cubicBezTo>
                  <a:cubicBezTo>
                    <a:pt x="5668093" y="78545"/>
                    <a:pt x="5695030" y="60631"/>
                    <a:pt x="5721967" y="48229"/>
                  </a:cubicBezTo>
                  <a:cubicBezTo>
                    <a:pt x="5750322" y="37205"/>
                    <a:pt x="5780094" y="27559"/>
                    <a:pt x="5809867" y="24803"/>
                  </a:cubicBezTo>
                  <a:cubicBezTo>
                    <a:pt x="5839639" y="22048"/>
                    <a:pt x="5872246" y="23426"/>
                    <a:pt x="5902019" y="30315"/>
                  </a:cubicBezTo>
                  <a:cubicBezTo>
                    <a:pt x="5930374" y="35827"/>
                    <a:pt x="5960146" y="48229"/>
                    <a:pt x="5985665" y="63387"/>
                  </a:cubicBezTo>
                  <a:cubicBezTo>
                    <a:pt x="6012602" y="77167"/>
                    <a:pt x="6036703" y="97837"/>
                    <a:pt x="6055134" y="119885"/>
                  </a:cubicBezTo>
                  <a:cubicBezTo>
                    <a:pt x="6074983" y="141932"/>
                    <a:pt x="6091995" y="169492"/>
                    <a:pt x="6103337" y="195674"/>
                  </a:cubicBezTo>
                  <a:cubicBezTo>
                    <a:pt x="6113261" y="223234"/>
                    <a:pt x="6120350" y="253549"/>
                    <a:pt x="6121768" y="282487"/>
                  </a:cubicBezTo>
                  <a:cubicBezTo>
                    <a:pt x="6124603" y="311425"/>
                    <a:pt x="6120350" y="343119"/>
                    <a:pt x="6111843" y="370678"/>
                  </a:cubicBezTo>
                  <a:cubicBezTo>
                    <a:pt x="6104755" y="399616"/>
                    <a:pt x="6090577" y="427176"/>
                    <a:pt x="6073565" y="451980"/>
                  </a:cubicBezTo>
                  <a:cubicBezTo>
                    <a:pt x="6057970" y="475405"/>
                    <a:pt x="6035286" y="497453"/>
                    <a:pt x="6011184" y="515367"/>
                  </a:cubicBezTo>
                  <a:cubicBezTo>
                    <a:pt x="5987083" y="533281"/>
                    <a:pt x="5958728" y="548439"/>
                    <a:pt x="5930374" y="556707"/>
                  </a:cubicBezTo>
                  <a:cubicBezTo>
                    <a:pt x="5902019" y="566353"/>
                    <a:pt x="5892095" y="567731"/>
                    <a:pt x="5841057" y="571865"/>
                  </a:cubicBezTo>
                  <a:cubicBezTo>
                    <a:pt x="5531991" y="593912"/>
                    <a:pt x="3506052" y="542927"/>
                    <a:pt x="2593032" y="538793"/>
                  </a:cubicBezTo>
                  <a:cubicBezTo>
                    <a:pt x="1926698" y="536037"/>
                    <a:pt x="1295807" y="547061"/>
                    <a:pt x="863399" y="540171"/>
                  </a:cubicBezTo>
                  <a:cubicBezTo>
                    <a:pt x="603954" y="537415"/>
                    <a:pt x="365775" y="540171"/>
                    <a:pt x="241014" y="522257"/>
                  </a:cubicBezTo>
                  <a:cubicBezTo>
                    <a:pt x="187140" y="513989"/>
                    <a:pt x="155950" y="502965"/>
                    <a:pt x="127596" y="489185"/>
                  </a:cubicBezTo>
                  <a:cubicBezTo>
                    <a:pt x="106330" y="479539"/>
                    <a:pt x="93570" y="468515"/>
                    <a:pt x="79393" y="454736"/>
                  </a:cubicBezTo>
                  <a:cubicBezTo>
                    <a:pt x="65215" y="440956"/>
                    <a:pt x="52456" y="428554"/>
                    <a:pt x="41114" y="409262"/>
                  </a:cubicBezTo>
                  <a:cubicBezTo>
                    <a:pt x="25519" y="381702"/>
                    <a:pt x="7088" y="337607"/>
                    <a:pt x="2835" y="299023"/>
                  </a:cubicBezTo>
                  <a:cubicBezTo>
                    <a:pt x="0" y="261817"/>
                    <a:pt x="7088" y="219100"/>
                    <a:pt x="22684" y="184650"/>
                  </a:cubicBezTo>
                  <a:cubicBezTo>
                    <a:pt x="36861" y="150200"/>
                    <a:pt x="63798" y="117129"/>
                    <a:pt x="93570" y="92325"/>
                  </a:cubicBezTo>
                  <a:cubicBezTo>
                    <a:pt x="123343" y="68899"/>
                    <a:pt x="170128" y="50985"/>
                    <a:pt x="201318" y="42717"/>
                  </a:cubicBezTo>
                  <a:cubicBezTo>
                    <a:pt x="224001" y="37205"/>
                    <a:pt x="260863" y="38583"/>
                    <a:pt x="260863" y="38583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3342113" y="620428"/>
            <a:ext cx="11111796" cy="400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Problem Statement</a:t>
            </a:r>
          </a:p>
          <a:p>
            <a:pPr algn="ctr">
              <a:lnSpc>
                <a:spcPts val="9659"/>
              </a:lnSpc>
            </a:pPr>
            <a:r>
              <a:rPr lang="en-US" sz="6899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Smart Medicine Remainder Using AI Voice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418820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06815" y="2909050"/>
            <a:ext cx="10432006" cy="778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1. To ensure timely medicine intake through smart alerts.</a:t>
            </a: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2. To support multi-day reminder scheduling effortlessly.</a:t>
            </a: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3. To simplify medicine tracking with an easy interface.</a:t>
            </a: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4. To maintain reminder data securely using local storage.</a:t>
            </a: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5. To deliver a clean, full-screen, user-friendly experience.</a:t>
            </a:r>
          </a:p>
          <a:p>
            <a:pPr algn="l">
              <a:lnSpc>
                <a:spcPts val="3899"/>
              </a:lnSpc>
            </a:pPr>
            <a:endParaRPr lang="en-US" sz="29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55505" y="895350"/>
            <a:ext cx="1257699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u="sng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262171">
            <a:off x="8699606" y="-2315196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6563608" y="332299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4385" y="4943378"/>
            <a:ext cx="6847282" cy="6038058"/>
          </a:xfrm>
          <a:custGeom>
            <a:avLst/>
            <a:gdLst/>
            <a:ahLst/>
            <a:cxnLst/>
            <a:rect l="l" t="t" r="r" b="b"/>
            <a:pathLst>
              <a:path w="6847282" h="6038058">
                <a:moveTo>
                  <a:pt x="0" y="0"/>
                </a:moveTo>
                <a:lnTo>
                  <a:pt x="6847282" y="0"/>
                </a:lnTo>
                <a:lnTo>
                  <a:pt x="6847282" y="6038059"/>
                </a:lnTo>
                <a:lnTo>
                  <a:pt x="0" y="6038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294064"/>
            <a:ext cx="4955487" cy="112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An exploration of innovations in medicine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18184" y="2936590"/>
            <a:ext cx="8341116" cy="659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4"/>
              </a:lnSpc>
            </a:pPr>
            <a:r>
              <a:rPr lang="en-US" sz="4288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1. Smart dose-time detection.</a:t>
            </a:r>
          </a:p>
          <a:p>
            <a:pPr algn="r">
              <a:lnSpc>
                <a:spcPts val="4324"/>
              </a:lnSpc>
            </a:pPr>
            <a:endParaRPr lang="en-US" sz="4288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just">
              <a:lnSpc>
                <a:spcPts val="6144"/>
              </a:lnSpc>
            </a:pPr>
            <a:r>
              <a:rPr lang="en-US" sz="4388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2. Auto-repeat daily alerts.</a:t>
            </a:r>
          </a:p>
          <a:p>
            <a:pPr algn="l">
              <a:lnSpc>
                <a:spcPts val="4324"/>
              </a:lnSpc>
            </a:pPr>
            <a:endParaRPr lang="en-US" sz="4388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just">
              <a:lnSpc>
                <a:spcPts val="6004"/>
              </a:lnSpc>
            </a:pPr>
            <a:r>
              <a:rPr lang="en-US" sz="4288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3. Voice-guided reminders.</a:t>
            </a:r>
          </a:p>
          <a:p>
            <a:pPr algn="just">
              <a:lnSpc>
                <a:spcPts val="4324"/>
              </a:lnSpc>
            </a:pPr>
            <a:endParaRPr lang="en-US" sz="4288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just">
              <a:lnSpc>
                <a:spcPts val="5864"/>
              </a:lnSpc>
            </a:pPr>
            <a:r>
              <a:rPr lang="en-US" sz="4188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4.Self-saving reminder memory.</a:t>
            </a:r>
          </a:p>
          <a:p>
            <a:pPr algn="just">
              <a:lnSpc>
                <a:spcPts val="4324"/>
              </a:lnSpc>
            </a:pPr>
            <a:endParaRPr lang="en-US" sz="4188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just">
              <a:lnSpc>
                <a:spcPts val="5444"/>
              </a:lnSpc>
            </a:pPr>
            <a:r>
              <a:rPr lang="en-US" sz="3888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5.Touch-friendly_full-screen layout.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95350"/>
            <a:ext cx="9940611" cy="227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The future of Medical Science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5716772" y="-7034835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91004">
            <a:off x="43960" y="5817131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943845" y="1469872"/>
            <a:ext cx="666750" cy="2979420"/>
            <a:chOff x="0" y="0"/>
            <a:chExt cx="889000" cy="3972560"/>
          </a:xfrm>
        </p:grpSpPr>
        <p:sp>
          <p:nvSpPr>
            <p:cNvPr id="5" name="Freeform 5"/>
            <p:cNvSpPr/>
            <p:nvPr/>
          </p:nvSpPr>
          <p:spPr>
            <a:xfrm>
              <a:off x="48260" y="49530"/>
              <a:ext cx="792480" cy="3872230"/>
            </a:xfrm>
            <a:custGeom>
              <a:avLst/>
              <a:gdLst/>
              <a:ahLst/>
              <a:cxnLst/>
              <a:rect l="l" t="t" r="r" b="b"/>
              <a:pathLst>
                <a:path w="792480" h="3872230">
                  <a:moveTo>
                    <a:pt x="267970" y="81280"/>
                  </a:moveTo>
                  <a:cubicBezTo>
                    <a:pt x="240030" y="612140"/>
                    <a:pt x="190500" y="855980"/>
                    <a:pt x="177800" y="993140"/>
                  </a:cubicBezTo>
                  <a:cubicBezTo>
                    <a:pt x="170180" y="1075690"/>
                    <a:pt x="172720" y="1104900"/>
                    <a:pt x="170180" y="1191260"/>
                  </a:cubicBezTo>
                  <a:cubicBezTo>
                    <a:pt x="163830" y="1353820"/>
                    <a:pt x="152400" y="1731010"/>
                    <a:pt x="152400" y="1897380"/>
                  </a:cubicBezTo>
                  <a:cubicBezTo>
                    <a:pt x="152400" y="1988820"/>
                    <a:pt x="151130" y="2037080"/>
                    <a:pt x="156210" y="2108200"/>
                  </a:cubicBezTo>
                  <a:cubicBezTo>
                    <a:pt x="161290" y="2181860"/>
                    <a:pt x="173990" y="2264410"/>
                    <a:pt x="184150" y="2332990"/>
                  </a:cubicBezTo>
                  <a:cubicBezTo>
                    <a:pt x="193040" y="2390140"/>
                    <a:pt x="200660" y="2435860"/>
                    <a:pt x="213360" y="2491740"/>
                  </a:cubicBezTo>
                  <a:cubicBezTo>
                    <a:pt x="228600" y="2556510"/>
                    <a:pt x="248920" y="2617470"/>
                    <a:pt x="274320" y="2694940"/>
                  </a:cubicBezTo>
                  <a:cubicBezTo>
                    <a:pt x="311150" y="2805430"/>
                    <a:pt x="364490" y="2961640"/>
                    <a:pt x="419100" y="3088640"/>
                  </a:cubicBezTo>
                  <a:cubicBezTo>
                    <a:pt x="471170" y="3213100"/>
                    <a:pt x="534670" y="3337560"/>
                    <a:pt x="596900" y="3448050"/>
                  </a:cubicBezTo>
                  <a:cubicBezTo>
                    <a:pt x="652780" y="3550920"/>
                    <a:pt x="746760" y="3675380"/>
                    <a:pt x="773430" y="3733800"/>
                  </a:cubicBezTo>
                  <a:cubicBezTo>
                    <a:pt x="784860" y="3756660"/>
                    <a:pt x="792480" y="3768090"/>
                    <a:pt x="789940" y="3787140"/>
                  </a:cubicBezTo>
                  <a:cubicBezTo>
                    <a:pt x="787400" y="3808730"/>
                    <a:pt x="767080" y="3844290"/>
                    <a:pt x="749300" y="3858260"/>
                  </a:cubicBezTo>
                  <a:cubicBezTo>
                    <a:pt x="734060" y="3869690"/>
                    <a:pt x="712470" y="3872230"/>
                    <a:pt x="695960" y="3870960"/>
                  </a:cubicBezTo>
                  <a:cubicBezTo>
                    <a:pt x="678180" y="3869690"/>
                    <a:pt x="656590" y="3863340"/>
                    <a:pt x="643890" y="3849370"/>
                  </a:cubicBezTo>
                  <a:cubicBezTo>
                    <a:pt x="628650" y="3832860"/>
                    <a:pt x="612140" y="3796030"/>
                    <a:pt x="615950" y="3771900"/>
                  </a:cubicBezTo>
                  <a:cubicBezTo>
                    <a:pt x="619760" y="3747770"/>
                    <a:pt x="642620" y="3716020"/>
                    <a:pt x="664210" y="3705860"/>
                  </a:cubicBezTo>
                  <a:cubicBezTo>
                    <a:pt x="685800" y="3695700"/>
                    <a:pt x="725170" y="3698240"/>
                    <a:pt x="745490" y="3708400"/>
                  </a:cubicBezTo>
                  <a:cubicBezTo>
                    <a:pt x="763270" y="3716020"/>
                    <a:pt x="775970" y="3733800"/>
                    <a:pt x="783590" y="3750310"/>
                  </a:cubicBezTo>
                  <a:cubicBezTo>
                    <a:pt x="789940" y="3765550"/>
                    <a:pt x="791210" y="3788410"/>
                    <a:pt x="787400" y="3804920"/>
                  </a:cubicBezTo>
                  <a:cubicBezTo>
                    <a:pt x="783590" y="3822700"/>
                    <a:pt x="770890" y="3841750"/>
                    <a:pt x="756920" y="3851910"/>
                  </a:cubicBezTo>
                  <a:cubicBezTo>
                    <a:pt x="742950" y="3863340"/>
                    <a:pt x="722630" y="3870960"/>
                    <a:pt x="704850" y="3870960"/>
                  </a:cubicBezTo>
                  <a:cubicBezTo>
                    <a:pt x="687070" y="3872230"/>
                    <a:pt x="670560" y="3868420"/>
                    <a:pt x="651510" y="3855720"/>
                  </a:cubicBezTo>
                  <a:cubicBezTo>
                    <a:pt x="615950" y="3827780"/>
                    <a:pt x="575310" y="3745230"/>
                    <a:pt x="537210" y="3681730"/>
                  </a:cubicBezTo>
                  <a:cubicBezTo>
                    <a:pt x="491490" y="3606800"/>
                    <a:pt x="443230" y="3522980"/>
                    <a:pt x="400050" y="3434080"/>
                  </a:cubicBezTo>
                  <a:cubicBezTo>
                    <a:pt x="353060" y="3335020"/>
                    <a:pt x="304800" y="3221990"/>
                    <a:pt x="265430" y="3116580"/>
                  </a:cubicBezTo>
                  <a:cubicBezTo>
                    <a:pt x="226060" y="3014980"/>
                    <a:pt x="195580" y="2913380"/>
                    <a:pt x="165100" y="2813050"/>
                  </a:cubicBezTo>
                  <a:cubicBezTo>
                    <a:pt x="134620" y="2713990"/>
                    <a:pt x="106680" y="2623820"/>
                    <a:pt x="82550" y="2517140"/>
                  </a:cubicBezTo>
                  <a:cubicBezTo>
                    <a:pt x="54610" y="2393950"/>
                    <a:pt x="26670" y="2228850"/>
                    <a:pt x="13970" y="2113280"/>
                  </a:cubicBezTo>
                  <a:cubicBezTo>
                    <a:pt x="5080" y="2029460"/>
                    <a:pt x="3810" y="1991360"/>
                    <a:pt x="2540" y="1892300"/>
                  </a:cubicBezTo>
                  <a:cubicBezTo>
                    <a:pt x="0" y="1690370"/>
                    <a:pt x="0" y="1248410"/>
                    <a:pt x="21590" y="971550"/>
                  </a:cubicBezTo>
                  <a:cubicBezTo>
                    <a:pt x="40640" y="740410"/>
                    <a:pt x="99060" y="508000"/>
                    <a:pt x="110490" y="340360"/>
                  </a:cubicBezTo>
                  <a:cubicBezTo>
                    <a:pt x="118110" y="228600"/>
                    <a:pt x="93980" y="114300"/>
                    <a:pt x="109220" y="62230"/>
                  </a:cubicBezTo>
                  <a:cubicBezTo>
                    <a:pt x="116840" y="38100"/>
                    <a:pt x="127000" y="25400"/>
                    <a:pt x="142240" y="15240"/>
                  </a:cubicBezTo>
                  <a:cubicBezTo>
                    <a:pt x="156210" y="5080"/>
                    <a:pt x="179070" y="0"/>
                    <a:pt x="196850" y="1270"/>
                  </a:cubicBezTo>
                  <a:cubicBezTo>
                    <a:pt x="214630" y="3810"/>
                    <a:pt x="236220" y="15240"/>
                    <a:pt x="247650" y="27940"/>
                  </a:cubicBezTo>
                  <a:cubicBezTo>
                    <a:pt x="259080" y="41910"/>
                    <a:pt x="267970" y="81280"/>
                    <a:pt x="267970" y="812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588688" y="4393094"/>
            <a:ext cx="197167" cy="197167"/>
            <a:chOff x="0" y="0"/>
            <a:chExt cx="262890" cy="262890"/>
          </a:xfrm>
        </p:grpSpPr>
        <p:sp>
          <p:nvSpPr>
            <p:cNvPr id="7" name="Freeform 7"/>
            <p:cNvSpPr/>
            <p:nvPr/>
          </p:nvSpPr>
          <p:spPr>
            <a:xfrm>
              <a:off x="49530" y="46990"/>
              <a:ext cx="161290" cy="167640"/>
            </a:xfrm>
            <a:custGeom>
              <a:avLst/>
              <a:gdLst/>
              <a:ahLst/>
              <a:cxnLst/>
              <a:rect l="l" t="t" r="r" b="b"/>
              <a:pathLst>
                <a:path w="161290" h="167640">
                  <a:moveTo>
                    <a:pt x="161290" y="57150"/>
                  </a:moveTo>
                  <a:cubicBezTo>
                    <a:pt x="140970" y="146050"/>
                    <a:pt x="128270" y="152400"/>
                    <a:pt x="116840" y="157480"/>
                  </a:cubicBezTo>
                  <a:cubicBezTo>
                    <a:pt x="105410" y="162560"/>
                    <a:pt x="92710" y="167640"/>
                    <a:pt x="77470" y="165100"/>
                  </a:cubicBezTo>
                  <a:cubicBezTo>
                    <a:pt x="58420" y="161290"/>
                    <a:pt x="24130" y="140970"/>
                    <a:pt x="12700" y="124460"/>
                  </a:cubicBezTo>
                  <a:cubicBezTo>
                    <a:pt x="3810" y="114300"/>
                    <a:pt x="0" y="101600"/>
                    <a:pt x="1270" y="87630"/>
                  </a:cubicBezTo>
                  <a:cubicBezTo>
                    <a:pt x="1270" y="67310"/>
                    <a:pt x="13970" y="31750"/>
                    <a:pt x="31750" y="17780"/>
                  </a:cubicBezTo>
                  <a:cubicBezTo>
                    <a:pt x="49530" y="381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5290228" y="771689"/>
            <a:ext cx="2183130" cy="1037273"/>
            <a:chOff x="0" y="0"/>
            <a:chExt cx="2910840" cy="1383030"/>
          </a:xfrm>
        </p:grpSpPr>
        <p:sp>
          <p:nvSpPr>
            <p:cNvPr id="9" name="Freeform 9"/>
            <p:cNvSpPr/>
            <p:nvPr/>
          </p:nvSpPr>
          <p:spPr>
            <a:xfrm>
              <a:off x="46990" y="50800"/>
              <a:ext cx="2815590" cy="1285240"/>
            </a:xfrm>
            <a:custGeom>
              <a:avLst/>
              <a:gdLst/>
              <a:ahLst/>
              <a:cxnLst/>
              <a:rect l="l" t="t" r="r" b="b"/>
              <a:pathLst>
                <a:path w="2815590" h="1285240">
                  <a:moveTo>
                    <a:pt x="90170" y="0"/>
                  </a:moveTo>
                  <a:cubicBezTo>
                    <a:pt x="666750" y="77470"/>
                    <a:pt x="990600" y="139700"/>
                    <a:pt x="1184910" y="186690"/>
                  </a:cubicBezTo>
                  <a:cubicBezTo>
                    <a:pt x="1319530" y="219710"/>
                    <a:pt x="1417320" y="252730"/>
                    <a:pt x="1522730" y="287020"/>
                  </a:cubicBezTo>
                  <a:cubicBezTo>
                    <a:pt x="1619250" y="318770"/>
                    <a:pt x="1715770" y="353060"/>
                    <a:pt x="1795780" y="386080"/>
                  </a:cubicBezTo>
                  <a:cubicBezTo>
                    <a:pt x="1863090" y="412750"/>
                    <a:pt x="1925320" y="441960"/>
                    <a:pt x="1976120" y="467360"/>
                  </a:cubicBezTo>
                  <a:cubicBezTo>
                    <a:pt x="2014220" y="487680"/>
                    <a:pt x="2033270" y="494030"/>
                    <a:pt x="2075180" y="521970"/>
                  </a:cubicBezTo>
                  <a:cubicBezTo>
                    <a:pt x="2160270" y="579120"/>
                    <a:pt x="2352040" y="731520"/>
                    <a:pt x="2440940" y="810260"/>
                  </a:cubicBezTo>
                  <a:cubicBezTo>
                    <a:pt x="2495550" y="858520"/>
                    <a:pt x="2518410" y="891540"/>
                    <a:pt x="2566670" y="937260"/>
                  </a:cubicBezTo>
                  <a:cubicBezTo>
                    <a:pt x="2627630" y="993140"/>
                    <a:pt x="2744470" y="1073150"/>
                    <a:pt x="2782570" y="1117600"/>
                  </a:cubicBezTo>
                  <a:cubicBezTo>
                    <a:pt x="2799080" y="1139190"/>
                    <a:pt x="2807970" y="1151890"/>
                    <a:pt x="2811780" y="1169670"/>
                  </a:cubicBezTo>
                  <a:cubicBezTo>
                    <a:pt x="2815590" y="1188720"/>
                    <a:pt x="2813050" y="1212850"/>
                    <a:pt x="2804160" y="1229360"/>
                  </a:cubicBezTo>
                  <a:cubicBezTo>
                    <a:pt x="2795270" y="1245870"/>
                    <a:pt x="2778760" y="1263650"/>
                    <a:pt x="2762250" y="1271270"/>
                  </a:cubicBezTo>
                  <a:cubicBezTo>
                    <a:pt x="2744470" y="1280160"/>
                    <a:pt x="2721610" y="1283970"/>
                    <a:pt x="2702560" y="1280160"/>
                  </a:cubicBezTo>
                  <a:cubicBezTo>
                    <a:pt x="2683510" y="1276350"/>
                    <a:pt x="2661920" y="1262380"/>
                    <a:pt x="2650490" y="1250950"/>
                  </a:cubicBezTo>
                  <a:cubicBezTo>
                    <a:pt x="2641600" y="1243330"/>
                    <a:pt x="2637790" y="1235710"/>
                    <a:pt x="2633980" y="1225550"/>
                  </a:cubicBezTo>
                  <a:cubicBezTo>
                    <a:pt x="2628900" y="1210310"/>
                    <a:pt x="2625090" y="1183640"/>
                    <a:pt x="2628900" y="1165860"/>
                  </a:cubicBezTo>
                  <a:cubicBezTo>
                    <a:pt x="2633980" y="1146810"/>
                    <a:pt x="2649220" y="1126490"/>
                    <a:pt x="2660650" y="1115060"/>
                  </a:cubicBezTo>
                  <a:cubicBezTo>
                    <a:pt x="2669540" y="1107440"/>
                    <a:pt x="2678430" y="1103630"/>
                    <a:pt x="2687320" y="1099820"/>
                  </a:cubicBezTo>
                  <a:cubicBezTo>
                    <a:pt x="2696210" y="1096010"/>
                    <a:pt x="2705100" y="1093470"/>
                    <a:pt x="2716530" y="1094740"/>
                  </a:cubicBezTo>
                  <a:cubicBezTo>
                    <a:pt x="2733040" y="1094740"/>
                    <a:pt x="2758440" y="1101090"/>
                    <a:pt x="2774950" y="1111250"/>
                  </a:cubicBezTo>
                  <a:cubicBezTo>
                    <a:pt x="2790190" y="1122680"/>
                    <a:pt x="2804160" y="1141730"/>
                    <a:pt x="2809240" y="1160780"/>
                  </a:cubicBezTo>
                  <a:cubicBezTo>
                    <a:pt x="2815590" y="1178560"/>
                    <a:pt x="2811780" y="1203960"/>
                    <a:pt x="2807970" y="1220470"/>
                  </a:cubicBezTo>
                  <a:cubicBezTo>
                    <a:pt x="2805430" y="1230630"/>
                    <a:pt x="2801620" y="1238250"/>
                    <a:pt x="2792730" y="1245870"/>
                  </a:cubicBezTo>
                  <a:cubicBezTo>
                    <a:pt x="2782570" y="1258570"/>
                    <a:pt x="2760980" y="1273810"/>
                    <a:pt x="2743200" y="1278890"/>
                  </a:cubicBezTo>
                  <a:cubicBezTo>
                    <a:pt x="2724150" y="1283970"/>
                    <a:pt x="2710180" y="1285240"/>
                    <a:pt x="2683510" y="1273810"/>
                  </a:cubicBezTo>
                  <a:cubicBezTo>
                    <a:pt x="2583180" y="1231900"/>
                    <a:pt x="2192020" y="836930"/>
                    <a:pt x="2078990" y="744220"/>
                  </a:cubicBezTo>
                  <a:cubicBezTo>
                    <a:pt x="2035810" y="708660"/>
                    <a:pt x="2020570" y="695960"/>
                    <a:pt x="1987550" y="674370"/>
                  </a:cubicBezTo>
                  <a:cubicBezTo>
                    <a:pt x="1948180" y="650240"/>
                    <a:pt x="1911350" y="631190"/>
                    <a:pt x="1858010" y="604520"/>
                  </a:cubicBezTo>
                  <a:cubicBezTo>
                    <a:pt x="1772920" y="562610"/>
                    <a:pt x="1638300" y="501650"/>
                    <a:pt x="1524000" y="458470"/>
                  </a:cubicBezTo>
                  <a:cubicBezTo>
                    <a:pt x="1408430" y="414020"/>
                    <a:pt x="1297940" y="378460"/>
                    <a:pt x="1165860" y="341630"/>
                  </a:cubicBezTo>
                  <a:cubicBezTo>
                    <a:pt x="1010920" y="299720"/>
                    <a:pt x="830580" y="257810"/>
                    <a:pt x="651510" y="226060"/>
                  </a:cubicBezTo>
                  <a:cubicBezTo>
                    <a:pt x="459740" y="191770"/>
                    <a:pt x="132080" y="187960"/>
                    <a:pt x="50800" y="149860"/>
                  </a:cubicBezTo>
                  <a:cubicBezTo>
                    <a:pt x="26670" y="138430"/>
                    <a:pt x="17780" y="128270"/>
                    <a:pt x="10160" y="113030"/>
                  </a:cubicBezTo>
                  <a:cubicBezTo>
                    <a:pt x="2540" y="97790"/>
                    <a:pt x="0" y="73660"/>
                    <a:pt x="3810" y="57150"/>
                  </a:cubicBezTo>
                  <a:cubicBezTo>
                    <a:pt x="8890" y="40640"/>
                    <a:pt x="21590" y="21590"/>
                    <a:pt x="35560" y="12700"/>
                  </a:cubicBezTo>
                  <a:cubicBezTo>
                    <a:pt x="50800" y="2540"/>
                    <a:pt x="90170" y="0"/>
                    <a:pt x="90170" y="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7476215" y="1772767"/>
            <a:ext cx="194310" cy="197167"/>
            <a:chOff x="0" y="0"/>
            <a:chExt cx="259080" cy="262890"/>
          </a:xfrm>
        </p:grpSpPr>
        <p:sp>
          <p:nvSpPr>
            <p:cNvPr id="11" name="Freeform 11"/>
            <p:cNvSpPr/>
            <p:nvPr/>
          </p:nvSpPr>
          <p:spPr>
            <a:xfrm>
              <a:off x="43180" y="46990"/>
              <a:ext cx="161290" cy="167640"/>
            </a:xfrm>
            <a:custGeom>
              <a:avLst/>
              <a:gdLst/>
              <a:ahLst/>
              <a:cxnLst/>
              <a:rect l="l" t="t" r="r" b="b"/>
              <a:pathLst>
                <a:path w="161290" h="16764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628943" y="7732559"/>
            <a:ext cx="4258628" cy="1927860"/>
            <a:chOff x="0" y="0"/>
            <a:chExt cx="5678170" cy="2570480"/>
          </a:xfrm>
        </p:grpSpPr>
        <p:sp>
          <p:nvSpPr>
            <p:cNvPr id="13" name="Freeform 13"/>
            <p:cNvSpPr/>
            <p:nvPr/>
          </p:nvSpPr>
          <p:spPr>
            <a:xfrm>
              <a:off x="46990" y="50800"/>
              <a:ext cx="5580380" cy="2473960"/>
            </a:xfrm>
            <a:custGeom>
              <a:avLst/>
              <a:gdLst/>
              <a:ahLst/>
              <a:cxnLst/>
              <a:rect l="l" t="t" r="r" b="b"/>
              <a:pathLst>
                <a:path w="5580380" h="2473960">
                  <a:moveTo>
                    <a:pt x="5580380" y="96520"/>
                  </a:moveTo>
                  <a:cubicBezTo>
                    <a:pt x="5561330" y="207010"/>
                    <a:pt x="5543550" y="257810"/>
                    <a:pt x="5525770" y="295910"/>
                  </a:cubicBezTo>
                  <a:cubicBezTo>
                    <a:pt x="5510530" y="331470"/>
                    <a:pt x="5499100" y="359410"/>
                    <a:pt x="5473700" y="394970"/>
                  </a:cubicBezTo>
                  <a:cubicBezTo>
                    <a:pt x="5436870" y="449580"/>
                    <a:pt x="5367020" y="521970"/>
                    <a:pt x="5307330" y="580390"/>
                  </a:cubicBezTo>
                  <a:cubicBezTo>
                    <a:pt x="5245100" y="638810"/>
                    <a:pt x="5179060" y="698500"/>
                    <a:pt x="5110480" y="748030"/>
                  </a:cubicBezTo>
                  <a:cubicBezTo>
                    <a:pt x="5043170" y="796290"/>
                    <a:pt x="4954270" y="834390"/>
                    <a:pt x="4900930" y="873760"/>
                  </a:cubicBezTo>
                  <a:cubicBezTo>
                    <a:pt x="4861560" y="902970"/>
                    <a:pt x="4851400" y="927100"/>
                    <a:pt x="4808220" y="956310"/>
                  </a:cubicBezTo>
                  <a:cubicBezTo>
                    <a:pt x="4728210" y="1010920"/>
                    <a:pt x="4563110" y="1083310"/>
                    <a:pt x="4436110" y="1141730"/>
                  </a:cubicBezTo>
                  <a:cubicBezTo>
                    <a:pt x="4306570" y="1202690"/>
                    <a:pt x="4184650" y="1254760"/>
                    <a:pt x="4036060" y="1315720"/>
                  </a:cubicBezTo>
                  <a:cubicBezTo>
                    <a:pt x="3853180" y="1390650"/>
                    <a:pt x="3582670" y="1503680"/>
                    <a:pt x="3422650" y="1554480"/>
                  </a:cubicBezTo>
                  <a:cubicBezTo>
                    <a:pt x="3323590" y="1586230"/>
                    <a:pt x="3266440" y="1590040"/>
                    <a:pt x="3177540" y="1615440"/>
                  </a:cubicBezTo>
                  <a:cubicBezTo>
                    <a:pt x="3069590" y="1647190"/>
                    <a:pt x="2952750" y="1694180"/>
                    <a:pt x="2819400" y="1733550"/>
                  </a:cubicBezTo>
                  <a:cubicBezTo>
                    <a:pt x="2656840" y="1781810"/>
                    <a:pt x="2487930" y="1816100"/>
                    <a:pt x="2269490" y="1878330"/>
                  </a:cubicBezTo>
                  <a:cubicBezTo>
                    <a:pt x="1943100" y="1969770"/>
                    <a:pt x="1376680" y="2153920"/>
                    <a:pt x="1055370" y="2244090"/>
                  </a:cubicBezTo>
                  <a:cubicBezTo>
                    <a:pt x="844550" y="2303780"/>
                    <a:pt x="662940" y="2355850"/>
                    <a:pt x="529590" y="2382520"/>
                  </a:cubicBezTo>
                  <a:cubicBezTo>
                    <a:pt x="448310" y="2399030"/>
                    <a:pt x="400050" y="2396490"/>
                    <a:pt x="332740" y="2409190"/>
                  </a:cubicBezTo>
                  <a:cubicBezTo>
                    <a:pt x="259080" y="2424430"/>
                    <a:pt x="161290" y="2467610"/>
                    <a:pt x="106680" y="2468880"/>
                  </a:cubicBezTo>
                  <a:cubicBezTo>
                    <a:pt x="74930" y="2468880"/>
                    <a:pt x="48260" y="2465070"/>
                    <a:pt x="30480" y="2449830"/>
                  </a:cubicBezTo>
                  <a:cubicBezTo>
                    <a:pt x="13970" y="2434590"/>
                    <a:pt x="0" y="2399030"/>
                    <a:pt x="3810" y="2377440"/>
                  </a:cubicBezTo>
                  <a:cubicBezTo>
                    <a:pt x="6350" y="2354580"/>
                    <a:pt x="27940" y="2324100"/>
                    <a:pt x="48260" y="2312670"/>
                  </a:cubicBezTo>
                  <a:cubicBezTo>
                    <a:pt x="69850" y="2302510"/>
                    <a:pt x="106680" y="2306320"/>
                    <a:pt x="127000" y="2315210"/>
                  </a:cubicBezTo>
                  <a:cubicBezTo>
                    <a:pt x="143510" y="2322830"/>
                    <a:pt x="156210" y="2339340"/>
                    <a:pt x="162560" y="2354580"/>
                  </a:cubicBezTo>
                  <a:cubicBezTo>
                    <a:pt x="168910" y="2369820"/>
                    <a:pt x="172720" y="2390140"/>
                    <a:pt x="167640" y="2407920"/>
                  </a:cubicBezTo>
                  <a:cubicBezTo>
                    <a:pt x="160020" y="2428240"/>
                    <a:pt x="137160" y="2457450"/>
                    <a:pt x="115570" y="2466340"/>
                  </a:cubicBezTo>
                  <a:cubicBezTo>
                    <a:pt x="93980" y="2473960"/>
                    <a:pt x="55880" y="2466340"/>
                    <a:pt x="38100" y="2456180"/>
                  </a:cubicBezTo>
                  <a:cubicBezTo>
                    <a:pt x="22860" y="2446020"/>
                    <a:pt x="11430" y="2428240"/>
                    <a:pt x="6350" y="2413000"/>
                  </a:cubicBezTo>
                  <a:cubicBezTo>
                    <a:pt x="1270" y="2396490"/>
                    <a:pt x="0" y="2376170"/>
                    <a:pt x="7620" y="2359660"/>
                  </a:cubicBezTo>
                  <a:cubicBezTo>
                    <a:pt x="16510" y="2339340"/>
                    <a:pt x="36830" y="2321560"/>
                    <a:pt x="66040" y="2307590"/>
                  </a:cubicBezTo>
                  <a:cubicBezTo>
                    <a:pt x="116840" y="2279650"/>
                    <a:pt x="234950" y="2263140"/>
                    <a:pt x="309880" y="2249170"/>
                  </a:cubicBezTo>
                  <a:cubicBezTo>
                    <a:pt x="372110" y="2237740"/>
                    <a:pt x="408940" y="2240280"/>
                    <a:pt x="483870" y="2225040"/>
                  </a:cubicBezTo>
                  <a:cubicBezTo>
                    <a:pt x="624840" y="2197100"/>
                    <a:pt x="909320" y="2118360"/>
                    <a:pt x="1093470" y="2063750"/>
                  </a:cubicBezTo>
                  <a:cubicBezTo>
                    <a:pt x="1247140" y="2016760"/>
                    <a:pt x="1336040" y="1977390"/>
                    <a:pt x="1513840" y="1922780"/>
                  </a:cubicBezTo>
                  <a:cubicBezTo>
                    <a:pt x="1819910" y="1830070"/>
                    <a:pt x="2473960" y="1668780"/>
                    <a:pt x="2764790" y="1577340"/>
                  </a:cubicBezTo>
                  <a:cubicBezTo>
                    <a:pt x="2922270" y="1529080"/>
                    <a:pt x="3020060" y="1483360"/>
                    <a:pt x="3126740" y="1451610"/>
                  </a:cubicBezTo>
                  <a:cubicBezTo>
                    <a:pt x="3210560" y="1426210"/>
                    <a:pt x="3261360" y="1422400"/>
                    <a:pt x="3352800" y="1393190"/>
                  </a:cubicBezTo>
                  <a:cubicBezTo>
                    <a:pt x="3506470" y="1343660"/>
                    <a:pt x="3755390" y="1242060"/>
                    <a:pt x="3953510" y="1158240"/>
                  </a:cubicBezTo>
                  <a:cubicBezTo>
                    <a:pt x="4151630" y="1074420"/>
                    <a:pt x="4392930" y="963930"/>
                    <a:pt x="4540250" y="890270"/>
                  </a:cubicBezTo>
                  <a:cubicBezTo>
                    <a:pt x="4631690" y="844550"/>
                    <a:pt x="4682490" y="820420"/>
                    <a:pt x="4758690" y="773430"/>
                  </a:cubicBezTo>
                  <a:cubicBezTo>
                    <a:pt x="4852670" y="715010"/>
                    <a:pt x="4975860" y="623570"/>
                    <a:pt x="5059680" y="560070"/>
                  </a:cubicBezTo>
                  <a:cubicBezTo>
                    <a:pt x="5120640" y="511810"/>
                    <a:pt x="5167630" y="476250"/>
                    <a:pt x="5215890" y="429260"/>
                  </a:cubicBezTo>
                  <a:cubicBezTo>
                    <a:pt x="5264150" y="381000"/>
                    <a:pt x="5317490" y="326390"/>
                    <a:pt x="5349240" y="274320"/>
                  </a:cubicBezTo>
                  <a:cubicBezTo>
                    <a:pt x="5375910" y="232410"/>
                    <a:pt x="5391150" y="187960"/>
                    <a:pt x="5402580" y="148590"/>
                  </a:cubicBezTo>
                  <a:cubicBezTo>
                    <a:pt x="5411470" y="115570"/>
                    <a:pt x="5405120" y="80010"/>
                    <a:pt x="5416550" y="54610"/>
                  </a:cubicBezTo>
                  <a:cubicBezTo>
                    <a:pt x="5425440" y="35560"/>
                    <a:pt x="5441950" y="19050"/>
                    <a:pt x="5455920" y="10160"/>
                  </a:cubicBezTo>
                  <a:cubicBezTo>
                    <a:pt x="5468620" y="2540"/>
                    <a:pt x="5481320" y="0"/>
                    <a:pt x="5495290" y="0"/>
                  </a:cubicBezTo>
                  <a:cubicBezTo>
                    <a:pt x="5513070" y="1270"/>
                    <a:pt x="5538470" y="11430"/>
                    <a:pt x="5552440" y="21590"/>
                  </a:cubicBezTo>
                  <a:cubicBezTo>
                    <a:pt x="5563870" y="30480"/>
                    <a:pt x="5570220" y="43180"/>
                    <a:pt x="5575300" y="55880"/>
                  </a:cubicBezTo>
                  <a:cubicBezTo>
                    <a:pt x="5580380" y="67310"/>
                    <a:pt x="5580380" y="96520"/>
                    <a:pt x="5580380" y="965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779520" y="9743122"/>
            <a:ext cx="194310" cy="192405"/>
            <a:chOff x="0" y="0"/>
            <a:chExt cx="259080" cy="256540"/>
          </a:xfrm>
        </p:grpSpPr>
        <p:sp>
          <p:nvSpPr>
            <p:cNvPr id="15" name="Freeform 15"/>
            <p:cNvSpPr/>
            <p:nvPr/>
          </p:nvSpPr>
          <p:spPr>
            <a:xfrm>
              <a:off x="44450" y="46990"/>
              <a:ext cx="160020" cy="166370"/>
            </a:xfrm>
            <a:custGeom>
              <a:avLst/>
              <a:gdLst/>
              <a:ahLst/>
              <a:cxnLst/>
              <a:rect l="l" t="t" r="r" b="b"/>
              <a:pathLst>
                <a:path w="160020" h="16637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052305" y="5058892"/>
            <a:ext cx="1158240" cy="1030605"/>
            <a:chOff x="0" y="0"/>
            <a:chExt cx="1544320" cy="1374140"/>
          </a:xfrm>
        </p:grpSpPr>
        <p:sp>
          <p:nvSpPr>
            <p:cNvPr id="17" name="Freeform 17"/>
            <p:cNvSpPr/>
            <p:nvPr/>
          </p:nvSpPr>
          <p:spPr>
            <a:xfrm>
              <a:off x="48260" y="31750"/>
              <a:ext cx="1446530" cy="1291590"/>
            </a:xfrm>
            <a:custGeom>
              <a:avLst/>
              <a:gdLst/>
              <a:ahLst/>
              <a:cxnLst/>
              <a:rect l="l" t="t" r="r" b="b"/>
              <a:pathLst>
                <a:path w="1446530" h="129159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009443" y="6124739"/>
            <a:ext cx="194310" cy="194310"/>
            <a:chOff x="0" y="0"/>
            <a:chExt cx="259080" cy="259080"/>
          </a:xfrm>
        </p:grpSpPr>
        <p:sp>
          <p:nvSpPr>
            <p:cNvPr id="19" name="Freeform 19"/>
            <p:cNvSpPr/>
            <p:nvPr/>
          </p:nvSpPr>
          <p:spPr>
            <a:xfrm>
              <a:off x="44450" y="50800"/>
              <a:ext cx="160020" cy="166370"/>
            </a:xfrm>
            <a:custGeom>
              <a:avLst/>
              <a:gdLst/>
              <a:ahLst/>
              <a:cxnLst/>
              <a:rect l="l" t="t" r="r" b="b"/>
              <a:pathLst>
                <a:path w="160020" h="16637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id="20" name="Freeform 20"/>
          <p:cNvSpPr/>
          <p:nvPr/>
        </p:nvSpPr>
        <p:spPr>
          <a:xfrm>
            <a:off x="3165139" y="142317"/>
            <a:ext cx="2826150" cy="1772767"/>
          </a:xfrm>
          <a:custGeom>
            <a:avLst/>
            <a:gdLst/>
            <a:ahLst/>
            <a:cxnLst/>
            <a:rect l="l" t="t" r="r" b="b"/>
            <a:pathLst>
              <a:path w="2826150" h="1772767">
                <a:moveTo>
                  <a:pt x="0" y="0"/>
                </a:moveTo>
                <a:lnTo>
                  <a:pt x="2826150" y="0"/>
                </a:lnTo>
                <a:lnTo>
                  <a:pt x="2826150" y="1772766"/>
                </a:lnTo>
                <a:lnTo>
                  <a:pt x="0" y="17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760712" y="8439555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915876" y="3384079"/>
            <a:ext cx="11978192" cy="643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1. HTML5 – Builds the structure of the reminder interface.</a:t>
            </a: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2. CSS3 – Designs a clean, full-screen responsive layout.</a:t>
            </a: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3. JavaScript – Powers alert logic, voice, and time checking.</a:t>
            </a: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4. SpeechSynthesis API – Generates real-time voice reminders.</a:t>
            </a: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B365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5. LocalStorage – Saves reminders permanently in the browser.</a:t>
            </a:r>
          </a:p>
          <a:p>
            <a:pPr algn="ctr">
              <a:lnSpc>
                <a:spcPts val="3639"/>
              </a:lnSpc>
            </a:pPr>
            <a:endParaRPr lang="en-US" sz="2599" b="1">
              <a:solidFill>
                <a:srgbClr val="3B365F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14281" y="2163036"/>
            <a:ext cx="8075109" cy="228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251"/>
              </a:lnSpc>
            </a:pPr>
            <a:r>
              <a:rPr lang="en-US" sz="6608" u="sng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TECHNOLOGY</a:t>
            </a:r>
          </a:p>
          <a:p>
            <a:pPr algn="just">
              <a:lnSpc>
                <a:spcPts val="9251"/>
              </a:lnSpc>
            </a:pPr>
            <a:r>
              <a:rPr lang="en-US" sz="6608" u="sng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11007598" y="-3871282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66106" flipH="1">
            <a:off x="9156633" y="2870116"/>
            <a:ext cx="13445762" cy="8439612"/>
          </a:xfrm>
          <a:custGeom>
            <a:avLst/>
            <a:gdLst/>
            <a:ahLst/>
            <a:cxnLst/>
            <a:rect l="l" t="t" r="r" b="b"/>
            <a:pathLst>
              <a:path w="13445762" h="8439612">
                <a:moveTo>
                  <a:pt x="13445762" y="0"/>
                </a:moveTo>
                <a:lnTo>
                  <a:pt x="0" y="0"/>
                </a:lnTo>
                <a:lnTo>
                  <a:pt x="0" y="8439613"/>
                </a:lnTo>
                <a:lnTo>
                  <a:pt x="13445762" y="8439613"/>
                </a:lnTo>
                <a:lnTo>
                  <a:pt x="134457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651917" y="2931019"/>
            <a:ext cx="6887873" cy="7355981"/>
          </a:xfrm>
          <a:custGeom>
            <a:avLst/>
            <a:gdLst/>
            <a:ahLst/>
            <a:cxnLst/>
            <a:rect l="l" t="t" r="r" b="b"/>
            <a:pathLst>
              <a:path w="6887873" h="7355981">
                <a:moveTo>
                  <a:pt x="0" y="0"/>
                </a:moveTo>
                <a:lnTo>
                  <a:pt x="6887873" y="0"/>
                </a:lnTo>
                <a:lnTo>
                  <a:pt x="6887873" y="7355981"/>
                </a:lnTo>
                <a:lnTo>
                  <a:pt x="0" y="7355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813049"/>
            <a:ext cx="10046613" cy="663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1. Reduces chances of missing medicines.</a:t>
            </a:r>
          </a:p>
          <a:p>
            <a:pPr algn="ctr">
              <a:lnSpc>
                <a:spcPts val="3220"/>
              </a:lnSpc>
            </a:pPr>
            <a:endParaRPr lang="en-US" sz="39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3220"/>
              </a:lnSpc>
            </a:pPr>
            <a:endParaRPr lang="en-US" sz="39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2. Voice alerts improve attention and clarity.</a:t>
            </a:r>
          </a:p>
          <a:p>
            <a:pPr algn="ctr">
              <a:lnSpc>
                <a:spcPts val="3220"/>
              </a:lnSpc>
            </a:pPr>
            <a:endParaRPr lang="en-US" sz="37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3220"/>
              </a:lnSpc>
            </a:pPr>
            <a:endParaRPr lang="en-US" sz="37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3. No app needed—runs directly in browser.</a:t>
            </a:r>
          </a:p>
          <a:p>
            <a:pPr algn="ctr">
              <a:lnSpc>
                <a:spcPts val="3220"/>
              </a:lnSpc>
            </a:pPr>
            <a:endParaRPr lang="en-US" sz="38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3220"/>
              </a:lnSpc>
            </a:pPr>
            <a:endParaRPr lang="en-US" sz="38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4. Reminders stay saved even after closing.</a:t>
            </a:r>
          </a:p>
          <a:p>
            <a:pPr algn="ctr">
              <a:lnSpc>
                <a:spcPts val="3220"/>
              </a:lnSpc>
            </a:pPr>
            <a:endParaRPr lang="en-US" sz="38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3220"/>
              </a:lnSpc>
            </a:pPr>
            <a:endParaRPr lang="en-US" sz="38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5. Simple, fast, and user-friendly interface.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4311" y="399559"/>
            <a:ext cx="14019378" cy="94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u="sng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ADVANTAGES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386301">
            <a:off x="10358985" y="-323043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41338" flipH="1">
            <a:off x="1608121" y="2015643"/>
            <a:ext cx="16065837" cy="10084176"/>
          </a:xfrm>
          <a:custGeom>
            <a:avLst/>
            <a:gdLst/>
            <a:ahLst/>
            <a:cxnLst/>
            <a:rect l="l" t="t" r="r" b="b"/>
            <a:pathLst>
              <a:path w="16065837" h="10084176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547103" y="3415779"/>
            <a:ext cx="3740897" cy="10287468"/>
          </a:xfrm>
          <a:custGeom>
            <a:avLst/>
            <a:gdLst/>
            <a:ahLst/>
            <a:cxnLst/>
            <a:rect l="l" t="t" r="r" b="b"/>
            <a:pathLst>
              <a:path w="3740897" h="10287468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2274" y="2956675"/>
            <a:ext cx="2273231" cy="7063711"/>
          </a:xfrm>
          <a:custGeom>
            <a:avLst/>
            <a:gdLst/>
            <a:ahLst/>
            <a:cxnLst/>
            <a:rect l="l" t="t" r="r" b="b"/>
            <a:pathLst>
              <a:path w="2273231" h="706371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632609" y="3423918"/>
            <a:ext cx="10914494" cy="6863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1. Push notifications support.</a:t>
            </a:r>
          </a:p>
          <a:p>
            <a:pPr algn="l">
              <a:lnSpc>
                <a:spcPts val="5039"/>
              </a:lnSpc>
            </a:pPr>
            <a:endParaRPr lang="en-US" sz="49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6719"/>
              </a:lnSpc>
            </a:pPr>
            <a:r>
              <a:rPr lang="en-US" sz="4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2. Multiple reminders per day.</a:t>
            </a:r>
          </a:p>
          <a:p>
            <a:pPr algn="l">
              <a:lnSpc>
                <a:spcPts val="5039"/>
              </a:lnSpc>
            </a:pPr>
            <a:endParaRPr lang="en-US" sz="47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6719"/>
              </a:lnSpc>
            </a:pPr>
            <a:r>
              <a:rPr lang="en-US" sz="47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3. Medicine history tracking.</a:t>
            </a:r>
          </a:p>
          <a:p>
            <a:pPr algn="l">
              <a:lnSpc>
                <a:spcPts val="5039"/>
              </a:lnSpc>
            </a:pPr>
            <a:endParaRPr lang="en-US" sz="47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6579"/>
              </a:lnSpc>
            </a:pPr>
            <a:r>
              <a:rPr lang="en-US" sz="46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4. Cloud backup and sync.</a:t>
            </a:r>
          </a:p>
          <a:p>
            <a:pPr algn="l">
              <a:lnSpc>
                <a:spcPts val="5039"/>
              </a:lnSpc>
            </a:pPr>
            <a:endParaRPr lang="en-US" sz="4699">
              <a:solidFill>
                <a:srgbClr val="3B365F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7139"/>
              </a:lnSpc>
            </a:pPr>
            <a:r>
              <a:rPr lang="en-US" sz="5099">
                <a:solidFill>
                  <a:srgbClr val="3B365F"/>
                </a:solidFill>
                <a:latin typeface="Coco Gothic"/>
                <a:ea typeface="Coco Gothic"/>
                <a:cs typeface="Coco Gothic"/>
                <a:sym typeface="Coco Gothic"/>
              </a:rPr>
              <a:t>5. User login and personalization.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98201" y="567804"/>
            <a:ext cx="11691598" cy="262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FUTURE ENHANCEMENT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5965">
            <a:off x="-2596635" y="-6569350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41338" flipH="1">
            <a:off x="-2569300" y="1185055"/>
            <a:ext cx="13208272" cy="8290545"/>
          </a:xfrm>
          <a:custGeom>
            <a:avLst/>
            <a:gdLst/>
            <a:ahLst/>
            <a:cxnLst/>
            <a:rect l="l" t="t" r="r" b="b"/>
            <a:pathLst>
              <a:path w="13208272" h="8290545">
                <a:moveTo>
                  <a:pt x="13208273" y="0"/>
                </a:moveTo>
                <a:lnTo>
                  <a:pt x="0" y="0"/>
                </a:lnTo>
                <a:lnTo>
                  <a:pt x="0" y="8290546"/>
                </a:lnTo>
                <a:lnTo>
                  <a:pt x="13208273" y="8290546"/>
                </a:lnTo>
                <a:lnTo>
                  <a:pt x="132082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101395" flipH="1">
            <a:off x="11768248" y="-1647258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9743832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2" y="10202965"/>
                </a:lnTo>
                <a:lnTo>
                  <a:pt x="9743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41338">
            <a:off x="8747714" y="3739575"/>
            <a:ext cx="11462336" cy="7194659"/>
          </a:xfrm>
          <a:custGeom>
            <a:avLst/>
            <a:gdLst/>
            <a:ahLst/>
            <a:cxnLst/>
            <a:rect l="l" t="t" r="r" b="b"/>
            <a:pathLst>
              <a:path w="11462336" h="7194659">
                <a:moveTo>
                  <a:pt x="0" y="0"/>
                </a:moveTo>
                <a:lnTo>
                  <a:pt x="11462336" y="0"/>
                </a:lnTo>
                <a:lnTo>
                  <a:pt x="11462336" y="7194659"/>
                </a:lnTo>
                <a:lnTo>
                  <a:pt x="0" y="7194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08282" flipH="1">
            <a:off x="6385779" y="7474558"/>
            <a:ext cx="2126607" cy="2791490"/>
          </a:xfrm>
          <a:custGeom>
            <a:avLst/>
            <a:gdLst/>
            <a:ahLst/>
            <a:cxnLst/>
            <a:rect l="l" t="t" r="r" b="b"/>
            <a:pathLst>
              <a:path w="2126607" h="2791490">
                <a:moveTo>
                  <a:pt x="2126607" y="0"/>
                </a:moveTo>
                <a:lnTo>
                  <a:pt x="0" y="0"/>
                </a:lnTo>
                <a:lnTo>
                  <a:pt x="0" y="2791490"/>
                </a:lnTo>
                <a:lnTo>
                  <a:pt x="2126607" y="2791490"/>
                </a:lnTo>
                <a:lnTo>
                  <a:pt x="212660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90781" y="3161967"/>
            <a:ext cx="16559660" cy="5440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5"/>
              </a:lnSpc>
            </a:pPr>
            <a:r>
              <a:rPr lang="en-US" sz="4432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This project provides a simple yet powerful medicine reminder system that ensures timely alerts, improves medication habits, and offers a user-friendly experience with voice notifications and multi-day scheduling. It demonstrates how a lightweight web-based tool can meaningfully support health management and daily routines.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34836" y="609148"/>
            <a:ext cx="10218327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u="sng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91004">
            <a:off x="9581993" y="1000174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755965">
            <a:off x="-1305642" y="731692"/>
            <a:ext cx="9743832" cy="10202966"/>
          </a:xfrm>
          <a:custGeom>
            <a:avLst/>
            <a:gdLst/>
            <a:ahLst/>
            <a:cxnLst/>
            <a:rect l="l" t="t" r="r" b="b"/>
            <a:pathLst>
              <a:path w="9743832" h="10202966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844355" y="5705171"/>
            <a:ext cx="14599291" cy="9163657"/>
          </a:xfrm>
          <a:custGeom>
            <a:avLst/>
            <a:gdLst/>
            <a:ahLst/>
            <a:cxnLst/>
            <a:rect l="l" t="t" r="r" b="b"/>
            <a:pathLst>
              <a:path w="14599291" h="9163657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16366" y="5042801"/>
            <a:ext cx="4127261" cy="5717869"/>
          </a:xfrm>
          <a:custGeom>
            <a:avLst/>
            <a:gdLst/>
            <a:ahLst/>
            <a:cxnLst/>
            <a:rect l="l" t="t" r="r" b="b"/>
            <a:pathLst>
              <a:path w="4127261" h="5717869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4573289"/>
            <a:ext cx="4364916" cy="6187381"/>
          </a:xfrm>
          <a:custGeom>
            <a:avLst/>
            <a:gdLst/>
            <a:ahLst/>
            <a:cxnLst/>
            <a:rect l="l" t="t" r="r" b="b"/>
            <a:pathLst>
              <a:path w="4364916" h="6187381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7407" y="6174334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2543402" y="6083768"/>
            <a:ext cx="3531385" cy="3815463"/>
          </a:xfrm>
          <a:custGeom>
            <a:avLst/>
            <a:gdLst/>
            <a:ahLst/>
            <a:cxnLst/>
            <a:rect l="l" t="t" r="r" b="b"/>
            <a:pathLst>
              <a:path w="3531385" h="3815463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36655" y="1657320"/>
            <a:ext cx="3778768" cy="3807323"/>
          </a:xfrm>
          <a:custGeom>
            <a:avLst/>
            <a:gdLst/>
            <a:ahLst/>
            <a:cxnLst/>
            <a:rect l="l" t="t" r="r" b="b"/>
            <a:pathLst>
              <a:path w="3778768" h="3807323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38390" y="606533"/>
            <a:ext cx="1828678" cy="1399770"/>
          </a:xfrm>
          <a:custGeom>
            <a:avLst/>
            <a:gdLst/>
            <a:ahLst/>
            <a:cxnLst/>
            <a:rect l="l" t="t" r="r" b="b"/>
            <a:pathLst>
              <a:path w="1828678" h="1399770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460558" y="573066"/>
            <a:ext cx="627698" cy="634365"/>
            <a:chOff x="0" y="0"/>
            <a:chExt cx="836930" cy="845820"/>
          </a:xfrm>
        </p:grpSpPr>
        <p:sp>
          <p:nvSpPr>
            <p:cNvPr id="12" name="Freeform 12"/>
            <p:cNvSpPr/>
            <p:nvPr/>
          </p:nvSpPr>
          <p:spPr>
            <a:xfrm>
              <a:off x="45720" y="48260"/>
              <a:ext cx="746760" cy="748030"/>
            </a:xfrm>
            <a:custGeom>
              <a:avLst/>
              <a:gdLst/>
              <a:ahLst/>
              <a:cxnLst/>
              <a:rect l="l" t="t" r="r" b="b"/>
              <a:pathLst>
                <a:path w="746760" h="74803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068253" y="483531"/>
            <a:ext cx="296228" cy="615315"/>
            <a:chOff x="0" y="0"/>
            <a:chExt cx="394970" cy="820420"/>
          </a:xfrm>
        </p:grpSpPr>
        <p:sp>
          <p:nvSpPr>
            <p:cNvPr id="14" name="Freeform 14"/>
            <p:cNvSpPr/>
            <p:nvPr/>
          </p:nvSpPr>
          <p:spPr>
            <a:xfrm>
              <a:off x="48260" y="49530"/>
              <a:ext cx="311150" cy="722630"/>
            </a:xfrm>
            <a:custGeom>
              <a:avLst/>
              <a:gdLst/>
              <a:ahLst/>
              <a:cxnLst/>
              <a:rect l="l" t="t" r="r" b="b"/>
              <a:pathLst>
                <a:path w="311150" h="72263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470082" y="1228386"/>
            <a:ext cx="592455" cy="303847"/>
            <a:chOff x="0" y="0"/>
            <a:chExt cx="789940" cy="405130"/>
          </a:xfrm>
        </p:grpSpPr>
        <p:sp>
          <p:nvSpPr>
            <p:cNvPr id="16" name="Freeform 16"/>
            <p:cNvSpPr/>
            <p:nvPr/>
          </p:nvSpPr>
          <p:spPr>
            <a:xfrm>
              <a:off x="48260" y="48260"/>
              <a:ext cx="692150" cy="309880"/>
            </a:xfrm>
            <a:custGeom>
              <a:avLst/>
              <a:gdLst/>
              <a:ahLst/>
              <a:cxnLst/>
              <a:rect l="l" t="t" r="r" b="b"/>
              <a:pathLst>
                <a:path w="692150" h="30988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id="18" name="Freeform 18"/>
            <p:cNvSpPr/>
            <p:nvPr/>
          </p:nvSpPr>
          <p:spPr>
            <a:xfrm>
              <a:off x="45720" y="48260"/>
              <a:ext cx="807720" cy="755650"/>
            </a:xfrm>
            <a:custGeom>
              <a:avLst/>
              <a:gdLst/>
              <a:ahLst/>
              <a:cxnLst/>
              <a:rect l="l" t="t" r="r" b="b"/>
              <a:pathLst>
                <a:path w="807720" h="75565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id="20" name="Freeform 20"/>
            <p:cNvSpPr/>
            <p:nvPr/>
          </p:nvSpPr>
          <p:spPr>
            <a:xfrm>
              <a:off x="49530" y="46990"/>
              <a:ext cx="918210" cy="308610"/>
            </a:xfrm>
            <a:custGeom>
              <a:avLst/>
              <a:gdLst/>
              <a:ahLst/>
              <a:cxnLst/>
              <a:rect l="l" t="t" r="r" b="b"/>
              <a:pathLst>
                <a:path w="918210" h="3086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id="22" name="Freeform 22"/>
            <p:cNvSpPr/>
            <p:nvPr/>
          </p:nvSpPr>
          <p:spPr>
            <a:xfrm>
              <a:off x="44450" y="43180"/>
              <a:ext cx="379730" cy="706120"/>
            </a:xfrm>
            <a:custGeom>
              <a:avLst/>
              <a:gdLst/>
              <a:ahLst/>
              <a:cxnLst/>
              <a:rect l="l" t="t" r="r" b="b"/>
              <a:pathLst>
                <a:path w="379730" h="70612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id="23" name="Freeform 23"/>
          <p:cNvSpPr/>
          <p:nvPr/>
        </p:nvSpPr>
        <p:spPr>
          <a:xfrm>
            <a:off x="15412853" y="-367037"/>
            <a:ext cx="3692894" cy="2316452"/>
          </a:xfrm>
          <a:custGeom>
            <a:avLst/>
            <a:gdLst/>
            <a:ahLst/>
            <a:cxnLst/>
            <a:rect l="l" t="t" r="r" b="b"/>
            <a:pathLst>
              <a:path w="3692894" h="2316452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1008282" flipH="1">
            <a:off x="15390590" y="2224730"/>
            <a:ext cx="2659752" cy="3491322"/>
          </a:xfrm>
          <a:custGeom>
            <a:avLst/>
            <a:gdLst/>
            <a:ahLst/>
            <a:cxnLst/>
            <a:rect l="l" t="t" r="r" b="b"/>
            <a:pathLst>
              <a:path w="2659752" h="349132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335907" y="1216956"/>
            <a:ext cx="9616186" cy="267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>
                <a:solidFill>
                  <a:srgbClr val="3B365F"/>
                </a:solidFill>
                <a:latin typeface="TAN Headline"/>
                <a:ea typeface="TAN Headline"/>
                <a:cs typeface="TAN Headline"/>
                <a:sym typeface="TAN Headline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314</Words>
  <Application>Microsoft Office PowerPoint</Application>
  <PresentationFormat>Custom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Nyutro Sans Heavy</vt:lpstr>
      <vt:lpstr>Coco Gothic</vt:lpstr>
      <vt:lpstr>TAN Headline</vt:lpstr>
      <vt:lpstr>Calibri</vt:lpstr>
      <vt:lpstr>Arial</vt:lpstr>
      <vt:lpstr>Coco Gothic Bold</vt:lpstr>
      <vt:lpstr>Nyutro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</dc:title>
  <dc:creator>Asus</dc:creator>
  <cp:lastModifiedBy>pavitrajuttanavar@outlook.com</cp:lastModifiedBy>
  <cp:revision>2</cp:revision>
  <dcterms:created xsi:type="dcterms:W3CDTF">2006-08-16T00:00:00Z</dcterms:created>
  <dcterms:modified xsi:type="dcterms:W3CDTF">2025-11-15T11:16:23Z</dcterms:modified>
  <dc:identifier>DAG4wREYEfs</dc:identifier>
</cp:coreProperties>
</file>